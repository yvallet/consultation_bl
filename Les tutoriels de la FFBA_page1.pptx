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73" r:id="rId3"/>
    <p:sldId id="257" r:id="rId4"/>
    <p:sldId id="259" r:id="rId5"/>
    <p:sldId id="261" r:id="rId6"/>
    <p:sldId id="262" r:id="rId7"/>
    <p:sldId id="260" r:id="rId8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  <p:clrMru>
    <a:srgbClr val="FF7F00"/>
    <a:srgbClr val="000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2" autoAdjust="0"/>
    <p:restoredTop sz="94667" autoAdjust="0"/>
  </p:normalViewPr>
  <p:slideViewPr>
    <p:cSldViewPr>
      <p:cViewPr varScale="1">
        <p:scale>
          <a:sx n="83" d="100"/>
          <a:sy n="83" d="100"/>
        </p:scale>
        <p:origin x="-1426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3CAE22-88BB-4ED2-9E0E-AA2FEC4EEFFD}" type="datetimeFigureOut">
              <a:rPr lang="fr-FR" smtClean="0"/>
              <a:pPr/>
              <a:t>14/01/2021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139AA3-206F-471A-8AA2-D3C2DE206F6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139AA3-206F-471A-8AA2-D3C2DE206F66}" type="slidenum">
              <a:rPr lang="fr-FR" smtClean="0"/>
              <a:pPr/>
              <a:t>3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9EBB9-3DB1-464B-8411-81488C3DC3B8}" type="datetimeFigureOut">
              <a:rPr lang="fr-FR" smtClean="0"/>
              <a:pPr/>
              <a:t>14/01/2021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6C495-FAD8-4225-96F2-638308AD1DD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9EBB9-3DB1-464B-8411-81488C3DC3B8}" type="datetimeFigureOut">
              <a:rPr lang="fr-FR" smtClean="0"/>
              <a:pPr/>
              <a:t>14/01/2021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6C495-FAD8-4225-96F2-638308AD1DD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9EBB9-3DB1-464B-8411-81488C3DC3B8}" type="datetimeFigureOut">
              <a:rPr lang="fr-FR" smtClean="0"/>
              <a:pPr/>
              <a:t>14/01/2021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6C495-FAD8-4225-96F2-638308AD1DD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9EBB9-3DB1-464B-8411-81488C3DC3B8}" type="datetimeFigureOut">
              <a:rPr lang="fr-FR" smtClean="0"/>
              <a:pPr/>
              <a:t>14/01/2021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6C495-FAD8-4225-96F2-638308AD1DD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9EBB9-3DB1-464B-8411-81488C3DC3B8}" type="datetimeFigureOut">
              <a:rPr lang="fr-FR" smtClean="0"/>
              <a:pPr/>
              <a:t>14/01/2021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6C495-FAD8-4225-96F2-638308AD1DD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9EBB9-3DB1-464B-8411-81488C3DC3B8}" type="datetimeFigureOut">
              <a:rPr lang="fr-FR" smtClean="0"/>
              <a:pPr/>
              <a:t>14/01/2021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6C495-FAD8-4225-96F2-638308AD1DD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9EBB9-3DB1-464B-8411-81488C3DC3B8}" type="datetimeFigureOut">
              <a:rPr lang="fr-FR" smtClean="0"/>
              <a:pPr/>
              <a:t>14/01/2021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6C495-FAD8-4225-96F2-638308AD1DD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9EBB9-3DB1-464B-8411-81488C3DC3B8}" type="datetimeFigureOut">
              <a:rPr lang="fr-FR" smtClean="0"/>
              <a:pPr/>
              <a:t>14/01/2021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6C495-FAD8-4225-96F2-638308AD1DD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9EBB9-3DB1-464B-8411-81488C3DC3B8}" type="datetimeFigureOut">
              <a:rPr lang="fr-FR" smtClean="0"/>
              <a:pPr/>
              <a:t>14/01/2021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6C495-FAD8-4225-96F2-638308AD1DD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9EBB9-3DB1-464B-8411-81488C3DC3B8}" type="datetimeFigureOut">
              <a:rPr lang="fr-FR" smtClean="0"/>
              <a:pPr/>
              <a:t>14/01/2021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6C495-FAD8-4225-96F2-638308AD1DD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9EBB9-3DB1-464B-8411-81488C3DC3B8}" type="datetimeFigureOut">
              <a:rPr lang="fr-FR" smtClean="0"/>
              <a:pPr/>
              <a:t>14/01/2021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6C495-FAD8-4225-96F2-638308AD1DD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EFD1"/>
            </a:gs>
            <a:gs pos="64999">
              <a:srgbClr val="F0EBD5"/>
            </a:gs>
            <a:gs pos="100000">
              <a:srgbClr val="D1C39F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F9EBB9-3DB1-464B-8411-81488C3DC3B8}" type="datetimeFigureOut">
              <a:rPr lang="fr-FR" smtClean="0"/>
              <a:pPr/>
              <a:t>14/01/2021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F6C495-FAD8-4225-96F2-638308AD1DD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85720" y="214290"/>
            <a:ext cx="8272466" cy="1470025"/>
          </a:xfrm>
        </p:spPr>
        <p:txBody>
          <a:bodyPr>
            <a:noAutofit/>
            <a:scene3d>
              <a:camera prst="orthographicFront">
                <a:rot lat="300000" lon="0" rev="0"/>
              </a:camera>
              <a:lightRig rig="threePt" dir="t"/>
            </a:scene3d>
          </a:bodyPr>
          <a:lstStyle/>
          <a:p>
            <a:r>
              <a:rPr lang="fr-FR" sz="6000" dirty="0" smtClean="0"/>
              <a:t>Les tutoriels de la FFBA</a:t>
            </a:r>
            <a:endParaRPr lang="fr-FR" sz="6000" dirty="0"/>
          </a:p>
        </p:txBody>
      </p:sp>
      <p:sp>
        <p:nvSpPr>
          <p:cNvPr id="7" name="Sous-titre 6"/>
          <p:cNvSpPr>
            <a:spLocks noGrp="1"/>
          </p:cNvSpPr>
          <p:nvPr>
            <p:ph type="subTitle" idx="1"/>
          </p:nvPr>
        </p:nvSpPr>
        <p:spPr>
          <a:xfrm>
            <a:off x="1285852" y="2000240"/>
            <a:ext cx="6429420" cy="2286016"/>
          </a:xfrm>
        </p:spPr>
        <p:txBody>
          <a:bodyPr>
            <a:noAutofit/>
          </a:bodyPr>
          <a:lstStyle/>
          <a:p>
            <a:r>
              <a:rPr lang="fr-FR" sz="4400" b="1" dirty="0" smtClean="0">
                <a:solidFill>
                  <a:srgbClr val="FF7F00"/>
                </a:solidFill>
              </a:rPr>
              <a:t/>
            </a:r>
            <a:br>
              <a:rPr lang="fr-FR" sz="4400" b="1" dirty="0" smtClean="0">
                <a:solidFill>
                  <a:srgbClr val="FF7F00"/>
                </a:solidFill>
              </a:rPr>
            </a:br>
            <a:r>
              <a:rPr lang="fr-FR" sz="4400" b="1" dirty="0" smtClean="0">
                <a:solidFill>
                  <a:srgbClr val="FF7F00"/>
                </a:solidFill>
              </a:rPr>
              <a:t>Consultation et ré-édition</a:t>
            </a:r>
          </a:p>
          <a:p>
            <a:r>
              <a:rPr lang="fr-FR" sz="4400" b="1" dirty="0" smtClean="0">
                <a:solidFill>
                  <a:srgbClr val="FF7F00"/>
                </a:solidFill>
              </a:rPr>
              <a:t>D’un bon de livraison</a:t>
            </a:r>
            <a:br>
              <a:rPr lang="fr-FR" sz="4400" b="1" dirty="0" smtClean="0">
                <a:solidFill>
                  <a:srgbClr val="FF7F00"/>
                </a:solidFill>
              </a:rPr>
            </a:br>
            <a:endParaRPr lang="fr-FR" sz="4400" b="1" dirty="0" smtClean="0">
              <a:solidFill>
                <a:srgbClr val="FF7F00"/>
              </a:solidFill>
            </a:endParaRPr>
          </a:p>
          <a:p>
            <a:endParaRPr lang="fr-FR" sz="4400" b="1" dirty="0">
              <a:solidFill>
                <a:srgbClr val="FF7F00"/>
              </a:solidFill>
            </a:endParaRPr>
          </a:p>
        </p:txBody>
      </p:sp>
      <p:pic>
        <p:nvPicPr>
          <p:cNvPr id="9" name="Image 8" descr="LOGO_Orange_FF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1802" y="5072074"/>
            <a:ext cx="2943226" cy="93827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advTm="7268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ous-titre 6"/>
          <p:cNvSpPr>
            <a:spLocks noGrp="1"/>
          </p:cNvSpPr>
          <p:nvPr>
            <p:ph type="subTitle" idx="1"/>
          </p:nvPr>
        </p:nvSpPr>
        <p:spPr>
          <a:xfrm>
            <a:off x="642910" y="1500174"/>
            <a:ext cx="7072362" cy="2786082"/>
          </a:xfrm>
        </p:spPr>
        <p:txBody>
          <a:bodyPr>
            <a:noAutofit/>
          </a:bodyPr>
          <a:lstStyle/>
          <a:p>
            <a:endParaRPr lang="fr-FR" sz="4400" b="1" dirty="0" smtClean="0">
              <a:solidFill>
                <a:srgbClr val="FF7F00"/>
              </a:solidFill>
            </a:endParaRPr>
          </a:p>
          <a:p>
            <a:endParaRPr lang="fr-FR" sz="4400" b="1" dirty="0" smtClean="0">
              <a:solidFill>
                <a:srgbClr val="FF7F00"/>
              </a:solidFill>
            </a:endParaRPr>
          </a:p>
          <a:p>
            <a:endParaRPr lang="fr-FR" sz="4400" b="1" dirty="0">
              <a:solidFill>
                <a:srgbClr val="FF7F00"/>
              </a:solidFill>
            </a:endParaRPr>
          </a:p>
        </p:txBody>
      </p:sp>
      <p:sp>
        <p:nvSpPr>
          <p:cNvPr id="8" name="Titre 1"/>
          <p:cNvSpPr txBox="1">
            <a:spLocks/>
          </p:cNvSpPr>
          <p:nvPr/>
        </p:nvSpPr>
        <p:spPr>
          <a:xfrm>
            <a:off x="457200" y="357166"/>
            <a:ext cx="8258204" cy="785818"/>
          </a:xfrm>
          <a:prstGeom prst="rect">
            <a:avLst/>
          </a:prstGeom>
          <a:solidFill>
            <a:srgbClr val="FF7F00"/>
          </a:solidFill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fr-FR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fr-FR" sz="93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Retour en préparation : définition</a:t>
            </a:r>
            <a:endParaRPr kumimoji="0" lang="fr-FR" sz="93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1" name="ZoneTexte 20"/>
          <p:cNvSpPr txBox="1"/>
          <p:nvPr/>
        </p:nvSpPr>
        <p:spPr>
          <a:xfrm>
            <a:off x="214282" y="1500174"/>
            <a:ext cx="878687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Dans VIF, le quittancement d’une commande déclenche l’édition du BL, et le mouvement informatique de  sortie du stock.</a:t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le </a:t>
            </a:r>
            <a:r>
              <a:rPr lang="fr-FR" b="1" dirty="0" smtClean="0"/>
              <a:t>retour en préparation annule cette livraison</a:t>
            </a:r>
            <a:r>
              <a:rPr lang="fr-FR" dirty="0" smtClean="0"/>
              <a:t>, et en conséquence, remet le(s) produits(s) concernés en stock,  dans la zone de distribution (normalement , la zone 06)</a:t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La préparation revient sur le poste atelier, qui peut alors annuler la distribution : l’article est sorti de la zone de distribution (06) , et revient en stock (zone 03)</a:t>
            </a:r>
          </a:p>
          <a:p>
            <a:r>
              <a:rPr lang="fr-FR" dirty="0" smtClean="0"/>
              <a:t/>
            </a:r>
            <a:br>
              <a:rPr lang="fr-FR" dirty="0" smtClean="0"/>
            </a:br>
            <a:endParaRPr lang="fr-FR" dirty="0" smtClean="0"/>
          </a:p>
          <a:p>
            <a:r>
              <a:rPr lang="fr-FR" dirty="0" smtClean="0"/>
              <a:t>3 raisons possibles pour ce retour en préparation :</a:t>
            </a:r>
            <a:br>
              <a:rPr lang="fr-FR" dirty="0" smtClean="0"/>
            </a:br>
            <a:endParaRPr lang="fr-FR" dirty="0" smtClean="0"/>
          </a:p>
          <a:p>
            <a:pPr>
              <a:buFontTx/>
              <a:buChar char="-"/>
            </a:pPr>
            <a:r>
              <a:rPr lang="fr-FR" dirty="0" smtClean="0"/>
              <a:t> Un article est refusé par l’association</a:t>
            </a:r>
          </a:p>
          <a:p>
            <a:pPr>
              <a:buFontTx/>
              <a:buChar char="-"/>
            </a:pPr>
            <a:r>
              <a:rPr lang="fr-FR" dirty="0" smtClean="0"/>
              <a:t> Une erreur de préparation (quantité saisie erronée)</a:t>
            </a:r>
          </a:p>
          <a:p>
            <a:pPr>
              <a:buFontTx/>
              <a:buChar char="-"/>
            </a:pPr>
            <a:r>
              <a:rPr lang="fr-FR" dirty="0" smtClean="0"/>
              <a:t> Annulation complète de la livraison (l’association n’est pas venue)</a:t>
            </a:r>
            <a:endParaRPr lang="fr-FR" dirty="0"/>
          </a:p>
        </p:txBody>
      </p:sp>
      <p:pic>
        <p:nvPicPr>
          <p:cNvPr id="24" name="Image 23" descr="logo_BA_oiseaux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9058" y="5976008"/>
            <a:ext cx="723900" cy="73914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advTm="7268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500042"/>
            <a:ext cx="8258204" cy="571504"/>
          </a:xfrm>
          <a:solidFill>
            <a:srgbClr val="FF7F00"/>
          </a:solidFill>
        </p:spPr>
        <p:txBody>
          <a:bodyPr>
            <a:normAutofit fontScale="90000"/>
          </a:bodyPr>
          <a:lstStyle/>
          <a:p>
            <a:pPr algn="l"/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>
                <a:solidFill>
                  <a:schemeClr val="bg1"/>
                </a:solidFill>
              </a:rPr>
              <a:t>Les objectifs de ce tutoriel</a:t>
            </a:r>
            <a:r>
              <a:rPr lang="fr-FR" dirty="0" smtClean="0"/>
              <a:t/>
            </a:r>
            <a:br>
              <a:rPr lang="fr-FR" dirty="0" smtClean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1285860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800" b="1" dirty="0" smtClean="0"/>
              <a:t>Objectifs</a:t>
            </a:r>
            <a:r>
              <a:rPr lang="fr-FR" sz="2400" b="1" dirty="0" smtClean="0"/>
              <a:t/>
            </a:r>
            <a:br>
              <a:rPr lang="fr-FR" sz="2400" b="1" dirty="0" smtClean="0"/>
            </a:br>
            <a:endParaRPr lang="fr-FR" sz="2400" b="1" dirty="0" smtClean="0"/>
          </a:p>
          <a:p>
            <a:pPr lvl="0"/>
            <a:r>
              <a:rPr lang="fr-FR" sz="1800" b="1" dirty="0" smtClean="0"/>
              <a:t>Savoir consulter un bordereau de livraison.</a:t>
            </a:r>
          </a:p>
          <a:p>
            <a:pPr lvl="0"/>
            <a:r>
              <a:rPr lang="fr-FR" sz="1800" b="1" dirty="0" smtClean="0"/>
              <a:t>Savoir rééditer un bordereau de livraison</a:t>
            </a:r>
          </a:p>
          <a:p>
            <a:pPr lvl="0"/>
            <a:r>
              <a:rPr lang="fr-FR" sz="1800" b="1" dirty="0" smtClean="0"/>
              <a:t>Voir les différents modes d’Edition</a:t>
            </a:r>
          </a:p>
          <a:p>
            <a:pPr lvl="0"/>
            <a:r>
              <a:rPr lang="fr-FR" sz="1800" b="1" dirty="0" smtClean="0"/>
              <a:t>Le transmettre par  E-mail</a:t>
            </a:r>
          </a:p>
          <a:p>
            <a:pPr lvl="0">
              <a:buNone/>
            </a:pPr>
            <a:endParaRPr lang="fr-FR" sz="1800" b="1" dirty="0" smtClean="0"/>
          </a:p>
          <a:p>
            <a:pPr>
              <a:buNone/>
            </a:pPr>
            <a:r>
              <a:rPr lang="fr-FR" sz="2800" b="1" dirty="0" smtClean="0"/>
              <a:t>Pré-requis</a:t>
            </a:r>
            <a:br>
              <a:rPr lang="fr-FR" sz="2800" b="1" dirty="0" smtClean="0"/>
            </a:br>
            <a:endParaRPr lang="fr-FR" sz="2800" b="1" dirty="0" smtClean="0"/>
          </a:p>
          <a:p>
            <a:pPr lvl="0"/>
            <a:r>
              <a:rPr lang="fr-FR" sz="1800" b="1" dirty="0" smtClean="0"/>
              <a:t>Connaitre le quittancement d’une commande</a:t>
            </a:r>
          </a:p>
          <a:p>
            <a:pPr lvl="0"/>
            <a:r>
              <a:rPr lang="fr-FR" sz="1800" b="1" dirty="0" smtClean="0"/>
              <a:t>Connaitre le rôle du Bordereau de Livraison</a:t>
            </a:r>
          </a:p>
          <a:p>
            <a:pPr lvl="0">
              <a:buNone/>
            </a:pPr>
            <a:endParaRPr lang="fr-FR" sz="1800" dirty="0" smtClean="0"/>
          </a:p>
          <a:p>
            <a:pPr>
              <a:buNone/>
            </a:pPr>
            <a:endParaRPr lang="fr-FR" sz="1800" b="1" dirty="0" smtClean="0"/>
          </a:p>
          <a:p>
            <a:pPr>
              <a:buNone/>
            </a:pPr>
            <a:endParaRPr lang="fr-FR" sz="2400" b="1" dirty="0"/>
          </a:p>
        </p:txBody>
      </p:sp>
      <p:pic>
        <p:nvPicPr>
          <p:cNvPr id="4" name="Image 3" descr="logo_BA_oiseaux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9058" y="5976008"/>
            <a:ext cx="723900" cy="7391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714356"/>
            <a:ext cx="8229600" cy="571504"/>
          </a:xfrm>
          <a:solidFill>
            <a:srgbClr val="FF7F00"/>
          </a:solidFill>
        </p:spPr>
        <p:txBody>
          <a:bodyPr>
            <a:normAutofit fontScale="90000"/>
          </a:bodyPr>
          <a:lstStyle/>
          <a:p>
            <a:pPr algn="l"/>
            <a:r>
              <a:rPr lang="fr-FR" sz="3600" dirty="0" smtClean="0"/>
              <a:t>Plan de la session</a:t>
            </a:r>
            <a:endParaRPr lang="fr-FR" sz="36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1714488"/>
            <a:ext cx="8472518" cy="4357718"/>
          </a:xfrm>
        </p:spPr>
        <p:txBody>
          <a:bodyPr>
            <a:normAutofit fontScale="92500" lnSpcReduction="10000"/>
          </a:bodyPr>
          <a:lstStyle/>
          <a:p>
            <a:pPr marL="514350" lvl="0" indent="-514350">
              <a:buNone/>
            </a:pPr>
            <a:r>
              <a:rPr lang="fr-FR" sz="2800" b="1" dirty="0" smtClean="0"/>
              <a:t>Chapitre 1 </a:t>
            </a:r>
            <a:r>
              <a:rPr lang="fr-FR" sz="2800" dirty="0" smtClean="0"/>
              <a:t>: </a:t>
            </a:r>
            <a:r>
              <a:rPr lang="fr-FR" sz="2800" b="1" dirty="0" smtClean="0"/>
              <a:t>Retour en préparation sur le poste administratif</a:t>
            </a:r>
          </a:p>
          <a:p>
            <a:pPr marL="514350" lvl="0" indent="-514350">
              <a:buNone/>
            </a:pPr>
            <a:r>
              <a:rPr lang="fr-FR" sz="2800" dirty="0" smtClean="0"/>
              <a:t>  1.1 Concernant un article</a:t>
            </a:r>
          </a:p>
          <a:p>
            <a:pPr marL="514350" lvl="0" indent="-514350">
              <a:buNone/>
            </a:pPr>
            <a:r>
              <a:rPr lang="fr-FR" sz="2800" dirty="0" smtClean="0"/>
              <a:t>  1.2 Concernant la totalité du Bon</a:t>
            </a:r>
          </a:p>
          <a:p>
            <a:pPr marL="514350" lvl="0" indent="-514350">
              <a:buNone/>
            </a:pPr>
            <a:endParaRPr lang="fr-FR" sz="2800" dirty="0" smtClean="0"/>
          </a:p>
          <a:p>
            <a:pPr marL="514350" lvl="0" indent="-514350">
              <a:buNone/>
            </a:pPr>
            <a:r>
              <a:rPr lang="fr-FR" sz="2800" b="1" dirty="0" smtClean="0"/>
              <a:t>Chapitre 2</a:t>
            </a:r>
            <a:r>
              <a:rPr lang="fr-FR" sz="2800" dirty="0" smtClean="0"/>
              <a:t> : </a:t>
            </a:r>
            <a:r>
              <a:rPr lang="fr-FR" sz="2800" b="1" dirty="0" smtClean="0"/>
              <a:t>Traitement du BL retourné  sur le poste atelier</a:t>
            </a:r>
          </a:p>
          <a:p>
            <a:pPr marL="514350" lvl="0" indent="-514350">
              <a:buNone/>
            </a:pPr>
            <a:r>
              <a:rPr lang="fr-FR" sz="2800" dirty="0" smtClean="0"/>
              <a:t>  2.1 Article annulé</a:t>
            </a:r>
          </a:p>
          <a:p>
            <a:pPr marL="514350" lvl="0" indent="-514350">
              <a:buNone/>
            </a:pPr>
            <a:r>
              <a:rPr lang="fr-FR" sz="2800" dirty="0" smtClean="0"/>
              <a:t>  2.2 Article erroné</a:t>
            </a:r>
          </a:p>
          <a:p>
            <a:pPr marL="514350" lvl="0" indent="-514350">
              <a:buNone/>
            </a:pPr>
            <a:r>
              <a:rPr lang="fr-FR" sz="2800" dirty="0" smtClean="0"/>
              <a:t>  2.3 BL complet annulé </a:t>
            </a:r>
            <a:br>
              <a:rPr lang="fr-FR" sz="2800" dirty="0" smtClean="0"/>
            </a:br>
            <a:endParaRPr lang="fr-FR" sz="2800" dirty="0" smtClean="0"/>
          </a:p>
          <a:p>
            <a:pPr marL="514350" lvl="0" indent="-514350">
              <a:buNone/>
            </a:pPr>
            <a:r>
              <a:rPr lang="fr-FR" sz="2800" b="1" dirty="0" smtClean="0"/>
              <a:t>Complément :</a:t>
            </a:r>
            <a:r>
              <a:rPr lang="fr-FR" sz="2800" dirty="0" smtClean="0"/>
              <a:t> Incidence sur la liaison ‘Passerelle’</a:t>
            </a:r>
          </a:p>
          <a:p>
            <a:pPr marL="514350" lvl="0" indent="-514350">
              <a:buNone/>
            </a:pPr>
            <a:endParaRPr lang="fr-FR" sz="2800" dirty="0" smtClean="0"/>
          </a:p>
          <a:p>
            <a:pPr>
              <a:buNone/>
            </a:pPr>
            <a:endParaRPr lang="fr-FR" dirty="0" smtClean="0"/>
          </a:p>
          <a:p>
            <a:pPr>
              <a:buNone/>
            </a:pPr>
            <a:endParaRPr lang="fr-FR" dirty="0" smtClean="0"/>
          </a:p>
          <a:p>
            <a:pPr>
              <a:buNone/>
            </a:pPr>
            <a:endParaRPr lang="fr-FR" dirty="0" smtClean="0"/>
          </a:p>
          <a:p>
            <a:pPr>
              <a:buNone/>
            </a:pPr>
            <a:endParaRPr lang="fr-FR" dirty="0" smtClean="0"/>
          </a:p>
          <a:p>
            <a:pPr>
              <a:buNone/>
            </a:pPr>
            <a:endParaRPr lang="fr-FR" dirty="0" smtClean="0"/>
          </a:p>
          <a:p>
            <a:pPr>
              <a:buNone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71472" y="571480"/>
            <a:ext cx="8229600" cy="5500726"/>
          </a:xfrm>
        </p:spPr>
        <p:txBody>
          <a:bodyPr/>
          <a:lstStyle/>
          <a:p>
            <a:pPr algn="ctr">
              <a:buNone/>
            </a:pPr>
            <a:endParaRPr lang="fr-FR" dirty="0" smtClean="0"/>
          </a:p>
          <a:p>
            <a:pPr algn="ctr">
              <a:buNone/>
            </a:pPr>
            <a:r>
              <a:rPr lang="fr-FR" sz="4000" dirty="0" smtClean="0">
                <a:solidFill>
                  <a:srgbClr val="FF7F00"/>
                </a:solidFill>
              </a:rPr>
              <a:t>Chapitre 1</a:t>
            </a:r>
            <a:br>
              <a:rPr lang="fr-FR" sz="4000" dirty="0" smtClean="0">
                <a:solidFill>
                  <a:srgbClr val="FF7F00"/>
                </a:solidFill>
              </a:rPr>
            </a:br>
            <a:endParaRPr lang="fr-FR" sz="4000" dirty="0" smtClean="0">
              <a:solidFill>
                <a:srgbClr val="FF7F00"/>
              </a:solidFill>
            </a:endParaRPr>
          </a:p>
          <a:p>
            <a:pPr algn="ctr">
              <a:buNone/>
            </a:pPr>
            <a:r>
              <a:rPr lang="fr-FR" b="1" dirty="0" smtClean="0"/>
              <a:t>Consultation des bons de livraison</a:t>
            </a:r>
            <a:r>
              <a:rPr lang="fr-FR" b="1" dirty="0" smtClean="0"/>
              <a:t/>
            </a:r>
            <a:br>
              <a:rPr lang="fr-FR" b="1" dirty="0" smtClean="0"/>
            </a:br>
            <a:endParaRPr lang="fr-FR" b="1" dirty="0" smtClean="0"/>
          </a:p>
          <a:p>
            <a:pPr algn="ctr">
              <a:buNone/>
            </a:pPr>
            <a:r>
              <a:rPr lang="fr-FR" dirty="0" smtClean="0"/>
              <a:t>Sélection et recherche</a:t>
            </a:r>
            <a:r>
              <a:rPr lang="fr-FR" b="1" dirty="0" smtClean="0"/>
              <a:t/>
            </a:r>
            <a:br>
              <a:rPr lang="fr-FR" b="1" dirty="0" smtClean="0"/>
            </a:br>
            <a:endParaRPr lang="fr-FR" b="1" dirty="0" smtClean="0"/>
          </a:p>
        </p:txBody>
      </p:sp>
      <p:pic>
        <p:nvPicPr>
          <p:cNvPr id="3" name="Image 2" descr="LOGO_Orange_FF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6116" y="5072074"/>
            <a:ext cx="2943226" cy="9382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642910" y="428604"/>
            <a:ext cx="8229600" cy="5000660"/>
          </a:xfrm>
          <a:noFill/>
        </p:spPr>
        <p:txBody>
          <a:bodyPr/>
          <a:lstStyle/>
          <a:p>
            <a:pPr algn="ctr">
              <a:buNone/>
            </a:pPr>
            <a:r>
              <a:rPr lang="fr-FR" sz="4000" dirty="0" smtClean="0">
                <a:solidFill>
                  <a:srgbClr val="FF7F00"/>
                </a:solidFill>
              </a:rPr>
              <a:t/>
            </a:r>
            <a:br>
              <a:rPr lang="fr-FR" sz="4000" dirty="0" smtClean="0">
                <a:solidFill>
                  <a:srgbClr val="FF7F00"/>
                </a:solidFill>
              </a:rPr>
            </a:br>
            <a:r>
              <a:rPr lang="fr-FR" sz="4000" dirty="0" smtClean="0">
                <a:solidFill>
                  <a:srgbClr val="FF7F00"/>
                </a:solidFill>
              </a:rPr>
              <a:t>Chapitre 2</a:t>
            </a:r>
            <a:br>
              <a:rPr lang="fr-FR" sz="4000" dirty="0" smtClean="0">
                <a:solidFill>
                  <a:srgbClr val="FF7F00"/>
                </a:solidFill>
              </a:rPr>
            </a:br>
            <a:r>
              <a:rPr lang="fr-FR" sz="4000" dirty="0" smtClean="0">
                <a:solidFill>
                  <a:srgbClr val="FF7F00"/>
                </a:solidFill>
              </a:rPr>
              <a:t/>
            </a:r>
            <a:br>
              <a:rPr lang="fr-FR" sz="4000" dirty="0" smtClean="0">
                <a:solidFill>
                  <a:srgbClr val="FF7F00"/>
                </a:solidFill>
              </a:rPr>
            </a:br>
            <a:r>
              <a:rPr lang="fr-FR" dirty="0" smtClean="0"/>
              <a:t> </a:t>
            </a:r>
            <a:r>
              <a:rPr lang="fr-FR" b="1" dirty="0" smtClean="0"/>
              <a:t>Réédition des Bons de livraison</a:t>
            </a:r>
            <a:br>
              <a:rPr lang="fr-FR" b="1" dirty="0" smtClean="0"/>
            </a:br>
            <a:r>
              <a:rPr lang="fr-FR" b="1" dirty="0" smtClean="0"/>
              <a:t/>
            </a:r>
            <a:br>
              <a:rPr lang="fr-FR" b="1" dirty="0" smtClean="0"/>
            </a:br>
            <a:r>
              <a:rPr lang="fr-FR" b="1" dirty="0" smtClean="0"/>
              <a:t>- </a:t>
            </a:r>
            <a:r>
              <a:rPr lang="fr-FR" dirty="0" smtClean="0"/>
              <a:t>Sélection des Bons</a:t>
            </a:r>
          </a:p>
          <a:p>
            <a:pPr algn="ctr">
              <a:buNone/>
            </a:pPr>
            <a:r>
              <a:rPr lang="fr-FR" dirty="0" smtClean="0"/>
              <a:t>- Choix du support de sortie</a:t>
            </a:r>
            <a:endParaRPr lang="fr-FR" dirty="0" smtClean="0"/>
          </a:p>
          <a:p>
            <a:pPr algn="ctr">
              <a:buNone/>
            </a:pPr>
            <a:endParaRPr lang="fr-FR" b="1" dirty="0" smtClean="0">
              <a:solidFill>
                <a:srgbClr val="FF7F00"/>
              </a:solidFill>
            </a:endParaRPr>
          </a:p>
        </p:txBody>
      </p:sp>
      <p:pic>
        <p:nvPicPr>
          <p:cNvPr id="4" name="Image 3" descr="LOGO_Orange_FF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6116" y="5419681"/>
            <a:ext cx="2943226" cy="9382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57158" y="785802"/>
            <a:ext cx="8229600" cy="1143000"/>
          </a:xfrm>
        </p:spPr>
        <p:txBody>
          <a:bodyPr/>
          <a:lstStyle/>
          <a:p>
            <a:r>
              <a:rPr lang="fr-FR" dirty="0" smtClean="0"/>
              <a:t>Merci </a:t>
            </a:r>
            <a:r>
              <a:rPr lang="fr-FR" sz="3600" dirty="0" smtClean="0"/>
              <a:t>de</a:t>
            </a:r>
            <a:r>
              <a:rPr lang="fr-FR" dirty="0" smtClean="0"/>
              <a:t> votre attention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endParaRPr lang="fr-FR" dirty="0" smtClean="0">
              <a:solidFill>
                <a:srgbClr val="FF7F00"/>
              </a:solidFill>
            </a:endParaRPr>
          </a:p>
          <a:p>
            <a:pPr algn="ctr">
              <a:buNone/>
            </a:pPr>
            <a:r>
              <a:rPr lang="fr-FR" b="1" dirty="0" smtClean="0">
                <a:solidFill>
                  <a:srgbClr val="FF7F00"/>
                </a:solidFill>
              </a:rPr>
              <a:t>Vos contacts :</a:t>
            </a:r>
            <a:br>
              <a:rPr lang="fr-FR" b="1" dirty="0" smtClean="0">
                <a:solidFill>
                  <a:srgbClr val="FF7F00"/>
                </a:solidFill>
              </a:rPr>
            </a:br>
            <a:endParaRPr lang="fr-FR" b="1" dirty="0" smtClean="0">
              <a:solidFill>
                <a:srgbClr val="FF7F00"/>
              </a:solidFill>
            </a:endParaRPr>
          </a:p>
          <a:p>
            <a:pPr algn="ctr">
              <a:buNone/>
            </a:pPr>
            <a:r>
              <a:rPr lang="fr-FR" sz="2000" b="1" dirty="0" smtClean="0"/>
              <a:t>           support-formation@banquealimentaire.org</a:t>
            </a:r>
            <a:br>
              <a:rPr lang="fr-FR" sz="2000" b="1" dirty="0" smtClean="0"/>
            </a:br>
            <a:r>
              <a:rPr lang="fr-FR" sz="2000" b="1" dirty="0" smtClean="0"/>
              <a:t>support-informatique@banquealimentaire.org</a:t>
            </a:r>
          </a:p>
          <a:p>
            <a:pPr algn="ctr">
              <a:buNone/>
            </a:pPr>
            <a:endParaRPr lang="fr-FR" sz="2000" b="1" dirty="0"/>
          </a:p>
        </p:txBody>
      </p:sp>
      <p:pic>
        <p:nvPicPr>
          <p:cNvPr id="4" name="Image 3" descr="LOGO_Orange_FF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3306" y="5500702"/>
            <a:ext cx="2270957" cy="7239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1.1|0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1.1|0.9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Aspect</Template>
  <TotalTime>5597</TotalTime>
  <Words>87</Words>
  <Application>Microsoft Office PowerPoint</Application>
  <PresentationFormat>Affichage à l'écran (4:3)</PresentationFormat>
  <Paragraphs>48</Paragraphs>
  <Slides>7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8" baseType="lpstr">
      <vt:lpstr>Thème Office</vt:lpstr>
      <vt:lpstr>Les tutoriels de la FFBA</vt:lpstr>
      <vt:lpstr>Diapositive 2</vt:lpstr>
      <vt:lpstr> Les objectifs de ce tutoriel </vt:lpstr>
      <vt:lpstr>Plan de la session</vt:lpstr>
      <vt:lpstr>Diapositive 5</vt:lpstr>
      <vt:lpstr>Diapositive 6</vt:lpstr>
      <vt:lpstr>Merci de votre attention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yves vallet</dc:creator>
  <cp:lastModifiedBy>yves vallet</cp:lastModifiedBy>
  <cp:revision>247</cp:revision>
  <dcterms:created xsi:type="dcterms:W3CDTF">2020-11-21T08:37:40Z</dcterms:created>
  <dcterms:modified xsi:type="dcterms:W3CDTF">2021-01-14T16:01:52Z</dcterms:modified>
</cp:coreProperties>
</file>